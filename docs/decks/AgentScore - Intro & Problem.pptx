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1" r:id="rId3"/>
    <p:sldId id="263" r:id="rId4"/>
    <p:sldId id="261" r:id="rId5"/>
    <p:sldId id="260" r:id="rId6"/>
    <p:sldId id="269" r:id="rId7"/>
    <p:sldId id="275" r:id="rId8"/>
    <p:sldId id="262" r:id="rId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638" autoAdjust="0"/>
  </p:normalViewPr>
  <p:slideViewPr>
    <p:cSldViewPr>
      <p:cViewPr varScale="1">
        <p:scale>
          <a:sx n="69" d="100"/>
          <a:sy n="69" d="100"/>
        </p:scale>
        <p:origin x="264" y="5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0058400" y="-5114975"/>
            <a:ext cx="24031566" cy="20516950"/>
          </a:xfrm>
          <a:custGeom>
            <a:avLst/>
            <a:gdLst/>
            <a:ahLst/>
            <a:cxnLst/>
            <a:rect l="l" t="t" r="r" b="b"/>
            <a:pathLst>
              <a:path w="24031566" h="20516950">
                <a:moveTo>
                  <a:pt x="0" y="0"/>
                </a:moveTo>
                <a:lnTo>
                  <a:pt x="24031567" y="0"/>
                </a:lnTo>
                <a:lnTo>
                  <a:pt x="24031567" y="20516950"/>
                </a:lnTo>
                <a:lnTo>
                  <a:pt x="0" y="20516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907829" y="3700990"/>
            <a:ext cx="10472342" cy="2875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5000" b="1" spc="-79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71170" y="5691364"/>
            <a:ext cx="6145659" cy="467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75"/>
              </a:lnSpc>
            </a:pPr>
            <a:r>
              <a:rPr lang="en-US" sz="3575" b="1" spc="-15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 validation, made defensible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9711" y="-248460"/>
            <a:ext cx="14828579" cy="10783920"/>
          </a:xfrm>
          <a:custGeom>
            <a:avLst/>
            <a:gdLst/>
            <a:ahLst/>
            <a:cxnLst/>
            <a:rect l="l" t="t" r="r" b="b"/>
            <a:pathLst>
              <a:path w="14828579" h="10783920">
                <a:moveTo>
                  <a:pt x="0" y="0"/>
                </a:moveTo>
                <a:lnTo>
                  <a:pt x="14828578" y="0"/>
                </a:lnTo>
                <a:lnTo>
                  <a:pt x="14828578" y="10783920"/>
                </a:lnTo>
                <a:lnTo>
                  <a:pt x="0" y="107839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698" b="-86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599002" y="1460210"/>
            <a:ext cx="7089997" cy="4069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712"/>
              </a:lnSpc>
              <a:spcBef>
                <a:spcPct val="0"/>
              </a:spcBef>
            </a:pPr>
            <a:r>
              <a:rPr lang="en-US" sz="26712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87813" y="3238717"/>
            <a:ext cx="11512375" cy="419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800"/>
              </a:lnSpc>
              <a:spcBef>
                <a:spcPct val="0"/>
              </a:spcBef>
            </a:pPr>
            <a:r>
              <a:rPr lang="en-US" sz="7800" b="1" u="none" strike="noStrike" spc="-436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do you know your agent is doing what it's supposed to?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41618" y="7900000"/>
            <a:ext cx="12804764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For most teams, the honest answer is a gut check, not a number.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332198" y="-3730350"/>
            <a:ext cx="20787936" cy="17747701"/>
          </a:xfrm>
          <a:custGeom>
            <a:avLst/>
            <a:gdLst/>
            <a:ahLst/>
            <a:cxnLst/>
            <a:rect l="l" t="t" r="r" b="b"/>
            <a:pathLst>
              <a:path w="20787936" h="17747701">
                <a:moveTo>
                  <a:pt x="0" y="0"/>
                </a:moveTo>
                <a:lnTo>
                  <a:pt x="20787936" y="0"/>
                </a:lnTo>
                <a:lnTo>
                  <a:pt x="20787936" y="17747700"/>
                </a:lnTo>
                <a:lnTo>
                  <a:pt x="0" y="177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028700" y="1195517"/>
            <a:ext cx="7780774" cy="4114800"/>
            <a:chOff x="0" y="0"/>
            <a:chExt cx="1379590" cy="729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5665631"/>
            <a:ext cx="7780774" cy="4114800"/>
            <a:chOff x="0" y="0"/>
            <a:chExt cx="1379590" cy="7295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478526" y="1195517"/>
            <a:ext cx="7780774" cy="4114800"/>
            <a:chOff x="0" y="0"/>
            <a:chExt cx="1379590" cy="7295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78526" y="5665631"/>
            <a:ext cx="7780774" cy="4114800"/>
            <a:chOff x="0" y="0"/>
            <a:chExt cx="1379590" cy="7295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071013" y="1578105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&lt;5%  →  40%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71013" y="2104520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Share of enterprise apps with task-specific agents — 2025 to end of 2026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0520839" y="1578105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~12 agents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520839" y="2104520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Already running per enterprise today, growing 67% over the next two years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520839" y="6048218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40%+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20839" y="6574633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Of agentic AI projects Gartner projects will be canceled by 2027 — cost, unclear value, inadequate risk controls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071013" y="6048218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in 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1013" y="6574633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Companies have a mature governance model for autonomous agents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  <p:pic>
        <p:nvPicPr>
          <p:cNvPr id="26" name="Icon 26"/>
          <p:cNvPicPr/>
          <p:nvPr/>
        </p:nvPicPr>
        <p:blipFill>
          <a:blip r:embed="rId3"/>
          <a:stretch>
            <a:fillRect/>
          </a:stretch>
        </p:blipFill>
        <p:spPr>
          <a:xfrm>
            <a:off x="1471013" y="1657347"/>
            <a:ext cx="420000" cy="420000"/>
          </a:xfrm>
          <a:prstGeom prst="rect">
            <a:avLst/>
          </a:prstGeom>
        </p:spPr>
      </p:pic>
      <p:pic>
        <p:nvPicPr>
          <p:cNvPr id="27" name="Icon 27"/>
          <p:cNvPicPr/>
          <p:nvPr/>
        </p:nvPicPr>
        <p:blipFill>
          <a:blip r:embed="rId4"/>
          <a:stretch>
            <a:fillRect/>
          </a:stretch>
        </p:blipFill>
        <p:spPr>
          <a:xfrm>
            <a:off x="9920839" y="1657347"/>
            <a:ext cx="420000" cy="420000"/>
          </a:xfrm>
          <a:prstGeom prst="rect">
            <a:avLst/>
          </a:prstGeom>
        </p:spPr>
      </p:pic>
      <p:pic>
        <p:nvPicPr>
          <p:cNvPr id="28" name="Icon 28"/>
          <p:cNvPicPr/>
          <p:nvPr/>
        </p:nvPicPr>
        <p:blipFill>
          <a:blip r:embed="rId5"/>
          <a:stretch>
            <a:fillRect/>
          </a:stretch>
        </p:blipFill>
        <p:spPr>
          <a:xfrm>
            <a:off x="9920839" y="6127460"/>
            <a:ext cx="420000" cy="420000"/>
          </a:xfrm>
          <a:prstGeom prst="rect">
            <a:avLst/>
          </a:prstGeom>
        </p:spPr>
      </p:pic>
      <p:pic>
        <p:nvPicPr>
          <p:cNvPr id="29" name="Icon 29"/>
          <p:cNvPicPr/>
          <p:nvPr/>
        </p:nvPicPr>
        <p:blipFill>
          <a:blip r:embed="rId6"/>
          <a:stretch>
            <a:fillRect/>
          </a:stretch>
        </p:blipFill>
        <p:spPr>
          <a:xfrm>
            <a:off x="1471013" y="612746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058792">
            <a:off x="-1186538" y="-12118675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028700" y="1028700"/>
            <a:ext cx="7775506" cy="8229600"/>
            <a:chOff x="0" y="0"/>
            <a:chExt cx="1378656" cy="145917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1378656" cy="15448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483794" y="1028700"/>
            <a:ext cx="7775506" cy="8229600"/>
            <a:chOff x="0" y="0"/>
            <a:chExt cx="1378656" cy="145917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1378656" cy="15448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106567" y="1475798"/>
            <a:ext cx="6219771" cy="110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6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Wrong behavior costs money directly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106567" y="3000000"/>
            <a:ext cx="6219771" cy="374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/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/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Bad decisions, incidents, and the cleanup time after — a hallucinated answer looks identical to a correct one until someone downstream acts on it.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561662" y="1475798"/>
            <a:ext cx="6219771" cy="110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Inefficient behavior burns spend even when nothing "breaks"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561662" y="3700000"/>
            <a:ext cx="6219771" cy="374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/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/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Wasted tokens and redundant tool calls run up real cost with no incident report to flag it — the bill just looks like traffic, not waste.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  <p:pic>
        <p:nvPicPr>
          <p:cNvPr id="16" name="Icon 16"/>
          <p:cNvPicPr/>
          <p:nvPr/>
        </p:nvPicPr>
        <p:blipFill>
          <a:blip r:embed="rId3"/>
          <a:stretch>
            <a:fillRect/>
          </a:stretch>
        </p:blipFill>
        <p:spPr>
          <a:xfrm>
            <a:off x="1506567" y="1495798"/>
            <a:ext cx="420000" cy="420000"/>
          </a:xfrm>
          <a:prstGeom prst="rect">
            <a:avLst/>
          </a:prstGeom>
        </p:spPr>
      </p:pic>
      <p:pic>
        <p:nvPicPr>
          <p:cNvPr id="17" name="Icon 17"/>
          <p:cNvPicPr/>
          <p:nvPr/>
        </p:nvPicPr>
        <p:blipFill>
          <a:blip r:embed="rId4"/>
          <a:stretch>
            <a:fillRect/>
          </a:stretch>
        </p:blipFill>
        <p:spPr>
          <a:xfrm>
            <a:off x="9961662" y="1495798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8039951" y="-2113930"/>
            <a:ext cx="22707876" cy="18563688"/>
          </a:xfrm>
          <a:custGeom>
            <a:avLst/>
            <a:gdLst/>
            <a:ahLst/>
            <a:cxnLst/>
            <a:rect l="l" t="t" r="r" b="b"/>
            <a:pathLst>
              <a:path w="22707876" h="18563688">
                <a:moveTo>
                  <a:pt x="22707875" y="0"/>
                </a:moveTo>
                <a:lnTo>
                  <a:pt x="0" y="0"/>
                </a:lnTo>
                <a:lnTo>
                  <a:pt x="0" y="18563688"/>
                </a:lnTo>
                <a:lnTo>
                  <a:pt x="22707875" y="18563688"/>
                </a:lnTo>
                <a:lnTo>
                  <a:pt x="22707875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2076549" y="1285038"/>
            <a:ext cx="5182751" cy="3821209"/>
            <a:chOff x="0" y="0"/>
            <a:chExt cx="918941" cy="6775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18941" cy="677529"/>
            </a:xfrm>
            <a:custGeom>
              <a:avLst/>
              <a:gdLst/>
              <a:ahLst/>
              <a:cxnLst/>
              <a:rect l="l" t="t" r="r" b="b"/>
              <a:pathLst>
                <a:path w="918941" h="677529">
                  <a:moveTo>
                    <a:pt x="76183" y="0"/>
                  </a:moveTo>
                  <a:lnTo>
                    <a:pt x="842758" y="0"/>
                  </a:lnTo>
                  <a:cubicBezTo>
                    <a:pt x="884833" y="0"/>
                    <a:pt x="918941" y="34108"/>
                    <a:pt x="918941" y="76183"/>
                  </a:cubicBezTo>
                  <a:lnTo>
                    <a:pt x="918941" y="601346"/>
                  </a:lnTo>
                  <a:cubicBezTo>
                    <a:pt x="918941" y="643421"/>
                    <a:pt x="884833" y="677529"/>
                    <a:pt x="842758" y="677529"/>
                  </a:cubicBezTo>
                  <a:lnTo>
                    <a:pt x="76183" y="677529"/>
                  </a:lnTo>
                  <a:cubicBezTo>
                    <a:pt x="34108" y="677529"/>
                    <a:pt x="0" y="643421"/>
                    <a:pt x="0" y="601346"/>
                  </a:cubicBezTo>
                  <a:lnTo>
                    <a:pt x="0" y="76183"/>
                  </a:lnTo>
                  <a:cubicBezTo>
                    <a:pt x="0" y="34108"/>
                    <a:pt x="34108" y="0"/>
                    <a:pt x="76183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918941" cy="763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8151495"/>
            <a:ext cx="5823238" cy="110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en-US" sz="72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 You Build It Yourself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975862" y="2055869"/>
            <a:ext cx="3984125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curation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2076549" y="5437091"/>
            <a:ext cx="5182751" cy="3821209"/>
            <a:chOff x="0" y="0"/>
            <a:chExt cx="918941" cy="67752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8941" cy="677529"/>
            </a:xfrm>
            <a:custGeom>
              <a:avLst/>
              <a:gdLst/>
              <a:ahLst/>
              <a:cxnLst/>
              <a:rect l="l" t="t" r="r" b="b"/>
              <a:pathLst>
                <a:path w="918941" h="677529">
                  <a:moveTo>
                    <a:pt x="76183" y="0"/>
                  </a:moveTo>
                  <a:lnTo>
                    <a:pt x="842758" y="0"/>
                  </a:lnTo>
                  <a:cubicBezTo>
                    <a:pt x="884833" y="0"/>
                    <a:pt x="918941" y="34108"/>
                    <a:pt x="918941" y="76183"/>
                  </a:cubicBezTo>
                  <a:lnTo>
                    <a:pt x="918941" y="601346"/>
                  </a:lnTo>
                  <a:cubicBezTo>
                    <a:pt x="918941" y="643421"/>
                    <a:pt x="884833" y="677529"/>
                    <a:pt x="842758" y="677529"/>
                  </a:cubicBezTo>
                  <a:lnTo>
                    <a:pt x="76183" y="677529"/>
                  </a:lnTo>
                  <a:cubicBezTo>
                    <a:pt x="34108" y="677529"/>
                    <a:pt x="0" y="643421"/>
                    <a:pt x="0" y="601346"/>
                  </a:cubicBezTo>
                  <a:lnTo>
                    <a:pt x="0" y="76183"/>
                  </a:lnTo>
                  <a:cubicBezTo>
                    <a:pt x="0" y="34108"/>
                    <a:pt x="34108" y="0"/>
                    <a:pt x="76183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85725"/>
              <a:ext cx="918941" cy="763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2975862" y="6207922"/>
            <a:ext cx="3984125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Ongoing upkeep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956605" y="1285038"/>
            <a:ext cx="5182751" cy="3821209"/>
            <a:chOff x="0" y="0"/>
            <a:chExt cx="918941" cy="67752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18941" cy="677529"/>
            </a:xfrm>
            <a:custGeom>
              <a:avLst/>
              <a:gdLst/>
              <a:ahLst/>
              <a:cxnLst/>
              <a:rect l="l" t="t" r="r" b="b"/>
              <a:pathLst>
                <a:path w="918941" h="677529">
                  <a:moveTo>
                    <a:pt x="76183" y="0"/>
                  </a:moveTo>
                  <a:lnTo>
                    <a:pt x="842758" y="0"/>
                  </a:lnTo>
                  <a:cubicBezTo>
                    <a:pt x="884833" y="0"/>
                    <a:pt x="918941" y="34108"/>
                    <a:pt x="918941" y="76183"/>
                  </a:cubicBezTo>
                  <a:lnTo>
                    <a:pt x="918941" y="601346"/>
                  </a:lnTo>
                  <a:cubicBezTo>
                    <a:pt x="918941" y="643421"/>
                    <a:pt x="884833" y="677529"/>
                    <a:pt x="842758" y="677529"/>
                  </a:cubicBezTo>
                  <a:lnTo>
                    <a:pt x="76183" y="677529"/>
                  </a:lnTo>
                  <a:cubicBezTo>
                    <a:pt x="34108" y="677529"/>
                    <a:pt x="0" y="643421"/>
                    <a:pt x="0" y="601346"/>
                  </a:cubicBezTo>
                  <a:lnTo>
                    <a:pt x="0" y="76183"/>
                  </a:lnTo>
                  <a:cubicBezTo>
                    <a:pt x="0" y="34108"/>
                    <a:pt x="34108" y="0"/>
                    <a:pt x="76183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85725"/>
              <a:ext cx="918941" cy="7632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855918" y="2055869"/>
            <a:ext cx="4584125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Instrumentation choices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55918" y="2674314"/>
            <a:ext cx="3984125" cy="1505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Deciding what to measure, and how, before a single eval ever runs.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975862" y="2674314"/>
            <a:ext cx="3984125" cy="1505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Labeled examples, golden sets, judge calibration — built and maintained by hand.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975862" y="6824507"/>
            <a:ext cx="3984125" cy="1505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Every new agent, framework, or model version means redoing the work.</a:t>
            </a:r>
          </a:p>
        </p:txBody>
      </p:sp>
      <p:pic>
        <p:nvPicPr>
          <p:cNvPr id="22" name="Icon 22"/>
          <p:cNvPicPr/>
          <p:nvPr/>
        </p:nvPicPr>
        <p:blipFill>
          <a:blip r:embed="rId3"/>
          <a:stretch>
            <a:fillRect/>
          </a:stretch>
        </p:blipFill>
        <p:spPr>
          <a:xfrm>
            <a:off x="6255918" y="2135111"/>
            <a:ext cx="420000" cy="420000"/>
          </a:xfrm>
          <a:prstGeom prst="rect">
            <a:avLst/>
          </a:prstGeom>
        </p:spPr>
      </p:pic>
      <p:pic>
        <p:nvPicPr>
          <p:cNvPr id="23" name="Icon 23"/>
          <p:cNvPicPr/>
          <p:nvPr/>
        </p:nvPicPr>
        <p:blipFill>
          <a:blip r:embed="rId4"/>
          <a:stretch>
            <a:fillRect/>
          </a:stretch>
        </p:blipFill>
        <p:spPr>
          <a:xfrm>
            <a:off x="12375862" y="2135111"/>
            <a:ext cx="420000" cy="420000"/>
          </a:xfrm>
          <a:prstGeom prst="rect">
            <a:avLst/>
          </a:prstGeom>
        </p:spPr>
      </p:pic>
      <p:pic>
        <p:nvPicPr>
          <p:cNvPr id="24" name="Icon 24"/>
          <p:cNvPicPr/>
          <p:nvPr/>
        </p:nvPicPr>
        <p:blipFill>
          <a:blip r:embed="rId5"/>
          <a:stretch>
            <a:fillRect/>
          </a:stretch>
        </p:blipFill>
        <p:spPr>
          <a:xfrm>
            <a:off x="12375862" y="6287164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601520" y="-4700724"/>
            <a:ext cx="13260440" cy="12299058"/>
          </a:xfrm>
          <a:custGeom>
            <a:avLst/>
            <a:gdLst/>
            <a:ahLst/>
            <a:cxnLst/>
            <a:rect l="l" t="t" r="r" b="b"/>
            <a:pathLst>
              <a:path w="13260440" h="12299058">
                <a:moveTo>
                  <a:pt x="0" y="0"/>
                </a:moveTo>
                <a:lnTo>
                  <a:pt x="13260440" y="0"/>
                </a:lnTo>
                <a:lnTo>
                  <a:pt x="13260440" y="12299058"/>
                </a:lnTo>
                <a:lnTo>
                  <a:pt x="0" y="122990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 flipV="1">
            <a:off x="7062711" y="0"/>
            <a:ext cx="0" cy="5924174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6924805" y="1573678"/>
            <a:ext cx="275812" cy="27581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7062711" y="171158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6924805" y="3679973"/>
            <a:ext cx="275812" cy="27581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7062711" y="381787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6924805" y="5786268"/>
            <a:ext cx="275812" cy="27581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062711" y="592417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1028700" y="5233035"/>
            <a:ext cx="5005311" cy="110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6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AgentScore Is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144000" y="1353555"/>
            <a:ext cx="7767740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OTel Trace In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4000" y="1846315"/>
            <a:ext cx="776774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Any agent, any vendor, any framework — zero instrumentation.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6654115"/>
            <a:ext cx="5005311" cy="3004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Point it at a trace, get back a defensible answer.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(We'll walk through this live, end to end, in a moment.)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44000" y="3459850"/>
            <a:ext cx="7767740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0–100 Score + Verdict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44000" y="3952610"/>
            <a:ext cx="776774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ship / warn / block call, not just pass/fail.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44000" y="5566145"/>
            <a:ext cx="7767740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Root-Cause Attribution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144000" y="6058905"/>
            <a:ext cx="776774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Down to the span, with a suggested fix.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332198" y="-3730350"/>
            <a:ext cx="20787936" cy="17747701"/>
          </a:xfrm>
          <a:custGeom>
            <a:avLst/>
            <a:gdLst/>
            <a:ahLst/>
            <a:cxnLst/>
            <a:rect l="l" t="t" r="r" b="b"/>
            <a:pathLst>
              <a:path w="20787936" h="17747701">
                <a:moveTo>
                  <a:pt x="0" y="0"/>
                </a:moveTo>
                <a:lnTo>
                  <a:pt x="20787936" y="0"/>
                </a:lnTo>
                <a:lnTo>
                  <a:pt x="20787936" y="17747700"/>
                </a:lnTo>
                <a:lnTo>
                  <a:pt x="0" y="177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028700" y="1195517"/>
            <a:ext cx="7780774" cy="4114800"/>
            <a:chOff x="0" y="0"/>
            <a:chExt cx="1379590" cy="729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5665631"/>
            <a:ext cx="7780774" cy="4114800"/>
            <a:chOff x="0" y="0"/>
            <a:chExt cx="1379590" cy="7295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478526" y="1195517"/>
            <a:ext cx="7780774" cy="4114800"/>
            <a:chOff x="0" y="0"/>
            <a:chExt cx="1379590" cy="7295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78526" y="5665631"/>
            <a:ext cx="7780774" cy="4114800"/>
            <a:chOff x="0" y="0"/>
            <a:chExt cx="1379590" cy="7295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1379590" cy="815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071013" y="1578105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defensible verdict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71013" y="2104520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Replaces "seems fine to me" with a number leadership can act on.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0520839" y="1578105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fix, not just a flag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520839" y="2104520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Turns debugging into a fix, not a re-run.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520839" y="6048218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AI team required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20839" y="6574633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Rigorous coverage without in-house eval expertise.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071013" y="6048218"/>
            <a:ext cx="6296148" cy="57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6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yardstick, every team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1013" y="6574633"/>
            <a:ext cx="6296148" cy="263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shared measure across fragmented ownership.</a:t>
            </a: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1" indent="0" algn="just">
              <a:lnSpc>
                <a:spcPts val="2940"/>
              </a:lnSpc>
              <a:spcBef>
                <a:spcPct val="0"/>
              </a:spcBef>
            </a:pPr>
            <a:endParaRPr lang="en-US" sz="21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  <p:pic>
        <p:nvPicPr>
          <p:cNvPr id="26" name="Icon 26"/>
          <p:cNvPicPr/>
          <p:nvPr/>
        </p:nvPicPr>
        <p:blipFill>
          <a:blip r:embed="rId3"/>
          <a:stretch>
            <a:fillRect/>
          </a:stretch>
        </p:blipFill>
        <p:spPr>
          <a:xfrm>
            <a:off x="1471013" y="1657347"/>
            <a:ext cx="420000" cy="420000"/>
          </a:xfrm>
          <a:prstGeom prst="rect">
            <a:avLst/>
          </a:prstGeom>
        </p:spPr>
      </p:pic>
      <p:pic>
        <p:nvPicPr>
          <p:cNvPr id="27" name="Icon 27"/>
          <p:cNvPicPr/>
          <p:nvPr/>
        </p:nvPicPr>
        <p:blipFill>
          <a:blip r:embed="rId4"/>
          <a:stretch>
            <a:fillRect/>
          </a:stretch>
        </p:blipFill>
        <p:spPr>
          <a:xfrm>
            <a:off x="9920839" y="1657347"/>
            <a:ext cx="420000" cy="420000"/>
          </a:xfrm>
          <a:prstGeom prst="rect">
            <a:avLst/>
          </a:prstGeom>
        </p:spPr>
      </p:pic>
      <p:pic>
        <p:nvPicPr>
          <p:cNvPr id="28" name="Icon 28"/>
          <p:cNvPicPr/>
          <p:nvPr/>
        </p:nvPicPr>
        <p:blipFill>
          <a:blip r:embed="rId5"/>
          <a:stretch>
            <a:fillRect/>
          </a:stretch>
        </p:blipFill>
        <p:spPr>
          <a:xfrm>
            <a:off x="9920839" y="6127460"/>
            <a:ext cx="420000" cy="420000"/>
          </a:xfrm>
          <a:prstGeom prst="rect">
            <a:avLst/>
          </a:prstGeom>
        </p:spPr>
      </p:pic>
      <p:pic>
        <p:nvPicPr>
          <p:cNvPr id="29" name="Icon 29"/>
          <p:cNvPicPr/>
          <p:nvPr/>
        </p:nvPicPr>
        <p:blipFill>
          <a:blip r:embed="rId6"/>
          <a:stretch>
            <a:fillRect/>
          </a:stretch>
        </p:blipFill>
        <p:spPr>
          <a:xfrm>
            <a:off x="1471013" y="612746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6400245" y="-8263700"/>
            <a:ext cx="32800490" cy="26814401"/>
          </a:xfrm>
          <a:custGeom>
            <a:avLst/>
            <a:gdLst/>
            <a:ahLst/>
            <a:cxnLst/>
            <a:rect l="l" t="t" r="r" b="b"/>
            <a:pathLst>
              <a:path w="32800490" h="26814401">
                <a:moveTo>
                  <a:pt x="0" y="0"/>
                </a:moveTo>
                <a:lnTo>
                  <a:pt x="32800490" y="0"/>
                </a:lnTo>
                <a:lnTo>
                  <a:pt x="32800490" y="26814400"/>
                </a:lnTo>
                <a:lnTo>
                  <a:pt x="0" y="26814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1501893"/>
            <a:ext cx="16230600" cy="2297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94"/>
              </a:lnSpc>
              <a:spcBef>
                <a:spcPct val="0"/>
              </a:spcBef>
            </a:pPr>
            <a:r>
              <a:rPr lang="en-US" sz="15094" b="1" spc="-633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let's see it work.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413549"/>
            <a:ext cx="11675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Tricentis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856943" y="413549"/>
            <a:ext cx="402357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547981" y="413549"/>
            <a:ext cx="1192039" cy="21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AgentScore Intro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402</Words>
  <Application>Microsoft Macintosh PowerPoint</Application>
  <PresentationFormat>Custom</PresentationFormat>
  <Paragraphs>71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Gradient Minimalist Business Slides</dc:title>
  <cp:lastModifiedBy>Andrew Demers</cp:lastModifiedBy>
  <cp:revision>2</cp:revision>
  <dcterms:created xsi:type="dcterms:W3CDTF">2006-08-16T00:00:00Z</dcterms:created>
  <dcterms:modified xsi:type="dcterms:W3CDTF">2026-09-25T19:13:43Z</dcterms:modified>
  <dc:identifier>DAHWNirH3tk</dc:identifier>
</cp:coreProperties>
</file>