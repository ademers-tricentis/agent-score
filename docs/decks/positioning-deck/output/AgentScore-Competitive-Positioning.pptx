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3fb7c27af494f11" /><Relationship Type="http://schemas.openxmlformats.org/package/2006/relationships/metadata/core-properties" Target="/docProps/core.xml" Id="Rfb94d3b6102a4d5e" /><Relationship Type="http://schemas.openxmlformats.org/officeDocument/2006/relationships/extended-properties" Target="/docProps/app.xml" Id="Rc44026fb5a724e3e" /><Relationship Type="http://schemas.openxmlformats.org/officeDocument/2006/relationships/custom-properties" Target="/docProps/custom.xml" Id="R1a6084e2a7a1475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7c19258c2da444e"/>
    <p:sldId id="257" r:id="Rf7ef460d45144778"/>
    <p:sldId id="258" r:id="R678d8fdbe3054fe1"/>
    <p:sldId id="259" r:id="Ra0bd95840cf04f90"/>
    <p:sldId id="260" r:id="R09bd1a46dd76428a"/>
    <p:sldId id="261" r:id="Rb6734c3c8026461f"/>
    <p:sldId id="262" r:id="Rd2da96bd5dbd4414"/>
    <p:sldId id="263" r:id="Rb8ed50ff0d9c435a"/>
    <p:sldId id="264" r:id="R3df77284b95b4046"/>
    <p:sldId id="265" r:id="Rc2d4dc0ee3004675"/>
    <p:sldId id="266" r:id="Re999fb768e674646"/>
    <p:sldId id="267" r:id="R3e7b56c25eab46ab"/>
    <p:sldId id="268" r:id="R21b485208c1a418a"/>
    <p:sldId id="269" r:id="Rd7c2dd9d25ba4988"/>
    <p:sldId id="270" r:id="Rf2ad3bb754a84049"/>
    <p:sldId id="271" r:id="R39a4bfa6d9e1432a"/>
    <p:sldId id="272" r:id="R5ecd777249b74746"/>
    <p:sldId id="273" r:id="Ra36d2892f88e4f2c"/>
    <p:sldId id="274" r:id="R533e585746e14a57"/>
    <p:sldId id="275" r:id="Rf7b21afdc7ea44cc"/>
    <p:sldId id="276" r:id="Rc9f835c58d744315"/>
    <p:sldId id="277" r:id="R3b3e479f4c3d4d64"/>
    <p:sldId id="278" r:id="R988a51978c5346cc"/>
    <p:sldId id="279" r:id="Rd935f71fd95a4e53"/>
    <p:sldId id="280" r:id="R91aea54a6a434372"/>
    <p:sldId id="281" r:id="R352fcb2f017b4689"/>
  </p:sldIdLst>
  <p:sldSz cx="18288000" cy="10287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7c19258c2da444e" /><Relationship Type="http://schemas.openxmlformats.org/officeDocument/2006/relationships/slide" Target="/ppt/slides/slide2.xml" Id="Rf7ef460d45144778" /><Relationship Type="http://schemas.openxmlformats.org/officeDocument/2006/relationships/slide" Target="/ppt/slides/slide3.xml" Id="R678d8fdbe3054fe1" /><Relationship Type="http://schemas.openxmlformats.org/officeDocument/2006/relationships/slide" Target="/ppt/slides/slide4.xml" Id="Ra0bd95840cf04f90" /><Relationship Type="http://schemas.openxmlformats.org/officeDocument/2006/relationships/slide" Target="/ppt/slides/slide5.xml" Id="R09bd1a46dd76428a" /><Relationship Type="http://schemas.openxmlformats.org/officeDocument/2006/relationships/slide" Target="/ppt/slides/slide6.xml" Id="Rb6734c3c8026461f" /><Relationship Type="http://schemas.openxmlformats.org/officeDocument/2006/relationships/slide" Target="/ppt/slides/slide7.xml" Id="Rd2da96bd5dbd4414" /><Relationship Type="http://schemas.openxmlformats.org/officeDocument/2006/relationships/slide" Target="/ppt/slides/slide8.xml" Id="Rb8ed50ff0d9c435a" /><Relationship Type="http://schemas.openxmlformats.org/officeDocument/2006/relationships/slide" Target="/ppt/slides/slide9.xml" Id="R3df77284b95b4046" /><Relationship Type="http://schemas.openxmlformats.org/officeDocument/2006/relationships/slide" Target="/ppt/slides/slide10.xml" Id="Rc2d4dc0ee3004675" /><Relationship Type="http://schemas.openxmlformats.org/officeDocument/2006/relationships/slide" Target="/ppt/slides/slide11.xml" Id="Re999fb768e674646" /><Relationship Type="http://schemas.openxmlformats.org/officeDocument/2006/relationships/slide" Target="/ppt/slides/slide12.xml" Id="R3e7b56c25eab46ab" /><Relationship Type="http://schemas.openxmlformats.org/officeDocument/2006/relationships/slide" Target="/ppt/slides/slide13.xml" Id="R21b485208c1a418a" /><Relationship Type="http://schemas.openxmlformats.org/officeDocument/2006/relationships/slide" Target="/ppt/slides/slide14.xml" Id="Rd7c2dd9d25ba4988" /><Relationship Type="http://schemas.openxmlformats.org/officeDocument/2006/relationships/slide" Target="/ppt/slides/slide15.xml" Id="Rf2ad3bb754a84049" /><Relationship Type="http://schemas.openxmlformats.org/officeDocument/2006/relationships/slide" Target="/ppt/slides/slide16.xml" Id="R39a4bfa6d9e1432a" /><Relationship Type="http://schemas.openxmlformats.org/officeDocument/2006/relationships/slide" Target="/ppt/slides/slide17.xml" Id="R5ecd777249b74746" /><Relationship Type="http://schemas.openxmlformats.org/officeDocument/2006/relationships/slide" Target="/ppt/slides/slide18.xml" Id="Ra36d2892f88e4f2c" /><Relationship Type="http://schemas.openxmlformats.org/officeDocument/2006/relationships/slide" Target="/ppt/slides/slide19.xml" Id="R533e585746e14a57" /><Relationship Type="http://schemas.openxmlformats.org/officeDocument/2006/relationships/slide" Target="/ppt/slides/slide20.xml" Id="Rf7b21afdc7ea44cc" /><Relationship Type="http://schemas.openxmlformats.org/officeDocument/2006/relationships/slide" Target="/ppt/slides/slide21.xml" Id="Rc9f835c58d744315" /><Relationship Type="http://schemas.openxmlformats.org/officeDocument/2006/relationships/slide" Target="/ppt/slides/slide22.xml" Id="R3b3e479f4c3d4d64" /><Relationship Type="http://schemas.openxmlformats.org/officeDocument/2006/relationships/slide" Target="/ppt/slides/slide23.xml" Id="R988a51978c5346cc" /><Relationship Type="http://schemas.openxmlformats.org/officeDocument/2006/relationships/slide" Target="/ppt/slides/slide24.xml" Id="Rd935f71fd95a4e53" /><Relationship Type="http://schemas.openxmlformats.org/officeDocument/2006/relationships/slide" Target="/ppt/slides/slide25.xml" Id="R91aea54a6a434372" /><Relationship Type="http://schemas.openxmlformats.org/officeDocument/2006/relationships/slide" Target="/ppt/slides/slide26.xml" Id="R352fcb2f017b468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379b4d7154d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ff2ed83f84b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d384fedbd40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2f14478734a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f6498cc4446e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cd6d8e21ef0424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9e9224ef542e8" /><Relationship Type="http://schemas.openxmlformats.org/officeDocument/2006/relationships/image" Target="/ppt/media/image.png" Id="Rfb56f0a3b7b14a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9d2c623094c10" /><Relationship Type="http://schemas.openxmlformats.org/officeDocument/2006/relationships/image" Target="/ppt/media/image2.png" Id="R14b1d03e29af45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35759f45b4a76" /><Relationship Type="http://schemas.openxmlformats.org/officeDocument/2006/relationships/image" Target="/ppt/media/image3.png" Id="R446d0c5f04be40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bef6b891e4565" /><Relationship Type="http://schemas.openxmlformats.org/officeDocument/2006/relationships/image" Target="/ppt/media/image4.png" Id="Rf36a6bb59ae64b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d35c41e4145d2" /><Relationship Type="http://schemas.openxmlformats.org/officeDocument/2006/relationships/image" Target="/ppt/media/image5.png" Id="R37861df479174f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774b5d88d47a3" /><Relationship Type="http://schemas.openxmlformats.org/officeDocument/2006/relationships/image" Target="/ppt/media/image6.png" Id="R176d534be4fe4a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f6c4df0ce4c5b" /><Relationship Type="http://schemas.openxmlformats.org/officeDocument/2006/relationships/image" Target="/ppt/media/image7.png" Id="Re4cc6b546e5748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f3adf1c6d4bd6" /><Relationship Type="http://schemas.openxmlformats.org/officeDocument/2006/relationships/image" Target="/ppt/media/image8.png" Id="R0ebde838a42244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078fa7cfd489b" /><Relationship Type="http://schemas.openxmlformats.org/officeDocument/2006/relationships/image" Target="/ppt/media/image9.png" Id="R68b6e626c9c646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45cee3e83453c" /><Relationship Type="http://schemas.openxmlformats.org/officeDocument/2006/relationships/image" Target="/ppt/media/image10.png" Id="R5629938df74f46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30d6a25e14e58" /><Relationship Type="http://schemas.openxmlformats.org/officeDocument/2006/relationships/image" Target="/ppt/media/image11.png" Id="R93d1d4033b2a40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bda28c94c406b" /><Relationship Type="http://schemas.openxmlformats.org/officeDocument/2006/relationships/image" Target="/ppt/media/image12.png" Id="Re93ac0efb4bd44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840a9eee44f6a" /><Relationship Type="http://schemas.openxmlformats.org/officeDocument/2006/relationships/image" Target="/ppt/media/image13.png" Id="R68f208c3c8a541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695158c0b47ef" /><Relationship Type="http://schemas.openxmlformats.org/officeDocument/2006/relationships/image" Target="/ppt/media/image14.png" Id="R0d61c373abf544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f2723c72d41fb" /><Relationship Type="http://schemas.openxmlformats.org/officeDocument/2006/relationships/image" Target="/ppt/media/image15.png" Id="R8378fb8858b44c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50a570a80400a" /><Relationship Type="http://schemas.openxmlformats.org/officeDocument/2006/relationships/image" Target="/ppt/media/image16.png" Id="R8a601e267b3f42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7fd665ec1483f" /><Relationship Type="http://schemas.openxmlformats.org/officeDocument/2006/relationships/image" Target="/ppt/media/image17.png" Id="R2a9f5370f85841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2bdcb7a7e48a7" /><Relationship Type="http://schemas.openxmlformats.org/officeDocument/2006/relationships/image" Target="/ppt/media/image18.png" Id="Rb7dca0d11a6740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e818ab12f4df2" /><Relationship Type="http://schemas.openxmlformats.org/officeDocument/2006/relationships/image" Target="/ppt/media/image19.png" Id="R39e064a735fb48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11b748bcc450c" /><Relationship Type="http://schemas.openxmlformats.org/officeDocument/2006/relationships/image" Target="/ppt/media/image20.png" Id="R4827d3e309f542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fc1fb253d4fb8" /><Relationship Type="http://schemas.openxmlformats.org/officeDocument/2006/relationships/image" Target="/ppt/media/image21.png" Id="Rc22929644bab4a1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54b60ba024628" /><Relationship Type="http://schemas.openxmlformats.org/officeDocument/2006/relationships/image" Target="/ppt/media/image22.png" Id="R591be810bc914af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540b1f7764efb" /><Relationship Type="http://schemas.openxmlformats.org/officeDocument/2006/relationships/image" Target="/ppt/media/image23.png" Id="R5acafd11eec343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a9c295ed04238" /><Relationship Type="http://schemas.openxmlformats.org/officeDocument/2006/relationships/image" Target="/ppt/media/image24.png" Id="R67c19c4287ad4b1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5bc762ba64d8b" /><Relationship Type="http://schemas.openxmlformats.org/officeDocument/2006/relationships/image" Target="/ppt/media/image25.png" Id="R32c8dabc4bd14f6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64e008e3f4207" /><Relationship Type="http://schemas.openxmlformats.org/officeDocument/2006/relationships/image" Target="/ppt/media/image26.png" Id="Rf46193230d5947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f0a3b7b14ad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1d03e29af459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d0c5f04be40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a6bb59ae64bb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61df479174fc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d534be4fe4aa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c6b546e5748e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de838a422446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6e626c9c646d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9938df74f46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1d4033b2a409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ac0efb4bd44d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208c3c8a5413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1c373abf5442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8fb8858b44c7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01e267b3f429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f5370f85841c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ca0d11a67404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064a735fb48c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7d3e309f542e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2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929644bab4a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2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be810bc914af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2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afd11eec343a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2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19c4287ad4b1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8dabc4bd14f6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193230d59473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OfficeCLI/1.0.149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2026-09-11T18:43:10.0000000Z</dcterms:created>
  <lastModifiedBy>OfficeCLI</lastModifiedBy>
  <dcterms:modified xsi:type="dcterms:W3CDTF">2026-09-11T18:43:11.4857820Z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1.0.149</vt:lpwstr>
  </op:property>
  <op:property fmtid="{D5CDD505-2E9C-101B-9397-08002B2CF9AE}" pid="3" name="OfficeCLI.LastModified">
    <vt:lpwstr xmlns:vt="http://schemas.openxmlformats.org/officeDocument/2006/docPropsVTypes">2026-09-11T18:44:01Z</vt:lpwstr>
  </op:property>
</op:Properties>
</file>